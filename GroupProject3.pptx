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6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2">
                    <a:lumMod val="7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0CF634BB-8D83-40AE-B60C-2DCCCF214E7C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9CB05BEC-A275-4EAD-A3A7-50DB625D5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7981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634BB-8D83-40AE-B60C-2DCCCF214E7C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05BEC-A275-4EAD-A3A7-50DB625D5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603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1784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600">
                <a:solidFill>
                  <a:schemeClr val="tx2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CF634BB-8D83-40AE-B60C-2DCCCF214E7C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2080"/>
            <a:ext cx="2112264" cy="228600"/>
          </a:xfrm>
        </p:spPr>
        <p:txBody>
          <a:bodyPr/>
          <a:lstStyle/>
          <a:p>
            <a:fld id="{9CB05BEC-A275-4EAD-A3A7-50DB625D5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3795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634BB-8D83-40AE-B60C-2DCCCF214E7C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05BEC-A275-4EAD-A3A7-50DB625D5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240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634BB-8D83-40AE-B60C-2DCCCF214E7C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05BEC-A275-4EAD-A3A7-50DB625D5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92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634BB-8D83-40AE-B60C-2DCCCF214E7C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05BEC-A275-4EAD-A3A7-50DB625D5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679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634BB-8D83-40AE-B60C-2DCCCF214E7C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05BEC-A275-4EAD-A3A7-50DB625D5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787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634BB-8D83-40AE-B60C-2DCCCF214E7C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56032"/>
          </a:xfrm>
        </p:spPr>
        <p:txBody>
          <a:bodyPr/>
          <a:lstStyle/>
          <a:p>
            <a:fld id="{9CB05BEC-A275-4EAD-A3A7-50DB625D576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3734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0CF634BB-8D83-40AE-B60C-2DCCCF214E7C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56032"/>
          </a:xfrm>
        </p:spPr>
        <p:txBody>
          <a:bodyPr/>
          <a:lstStyle/>
          <a:p>
            <a:fld id="{9CB05BEC-A275-4EAD-A3A7-50DB625D576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68229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634BB-8D83-40AE-B60C-2DCCCF214E7C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05BEC-A275-4EAD-A3A7-50DB625D5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019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634BB-8D83-40AE-B60C-2DCCCF214E7C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05BEC-A275-4EAD-A3A7-50DB625D57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441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9464" y="6214535"/>
            <a:ext cx="274320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0CF634BB-8D83-40AE-B60C-2DCCCF214E7C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214535"/>
            <a:ext cx="521208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48535" y="6214535"/>
            <a:ext cx="146304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9CB05BEC-A275-4EAD-A3A7-50DB625D576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</p:spTree>
    <p:extLst>
      <p:ext uri="{BB962C8B-B14F-4D97-AF65-F5344CB8AC3E}">
        <p14:creationId xmlns:p14="http://schemas.microsoft.com/office/powerpoint/2010/main" val="1169297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hannon-Will/Group-Project-3-Santa-s-Workshop-Puzzl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041BE-FF95-78BA-713B-5A372AE456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Santa’s Workshop Puzzle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DAD6C1-8A9C-946B-0D71-D819A38B12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Team: ACES</a:t>
            </a:r>
          </a:p>
          <a:p>
            <a:r>
              <a:rPr lang="en-US" dirty="0"/>
              <a:t>Members: Harry Ahsan &amp; Shannon Williams</a:t>
            </a:r>
          </a:p>
        </p:txBody>
      </p:sp>
    </p:spTree>
    <p:extLst>
      <p:ext uri="{BB962C8B-B14F-4D97-AF65-F5344CB8AC3E}">
        <p14:creationId xmlns:p14="http://schemas.microsoft.com/office/powerpoint/2010/main" val="2122142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18880-236A-185A-FA9B-60371F949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07421-3BCB-F04F-116E-915CC0BB15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Objective: Build an interactive sliding puzzle with increasing difficulty and festive look.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Tech Stack:</a:t>
            </a:r>
          </a:p>
          <a:p>
            <a:r>
              <a:rPr lang="en-US" sz="2800" dirty="0"/>
              <a:t>React</a:t>
            </a:r>
          </a:p>
          <a:p>
            <a:r>
              <a:rPr lang="en-US" sz="2800" dirty="0"/>
              <a:t>JavaScript</a:t>
            </a:r>
          </a:p>
          <a:p>
            <a:r>
              <a:rPr lang="en-US" sz="2800" dirty="0"/>
              <a:t>HTML &amp; CSS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896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3C15A-9B9B-4BF0-B4BA-EE3CCA8A6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E0ED5-8118-B596-6664-6F82505C2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We wanted to modernize the classic 15-puzzle by: </a:t>
            </a:r>
            <a:br>
              <a:rPr lang="en-US" sz="2800" dirty="0"/>
            </a:br>
            <a:r>
              <a:rPr lang="en-US" sz="2800" dirty="0"/>
              <a:t>-Adding smooth animations</a:t>
            </a:r>
          </a:p>
          <a:p>
            <a:pPr marL="0" indent="0">
              <a:buNone/>
            </a:pPr>
            <a:r>
              <a:rPr lang="en-US" sz="2800" dirty="0"/>
              <a:t>-Adding layers of difficulty </a:t>
            </a:r>
          </a:p>
          <a:p>
            <a:pPr marL="0" indent="0">
              <a:buNone/>
            </a:pPr>
            <a:r>
              <a:rPr lang="en-US" sz="2800" dirty="0"/>
              <a:t>-Adding a little holiday flair to it</a:t>
            </a:r>
          </a:p>
          <a:p>
            <a:pPr marL="0" indent="0">
              <a:buNone/>
            </a:pPr>
            <a:r>
              <a:rPr lang="en-US" sz="2800" dirty="0"/>
              <a:t>The goal was a complete playable game, not just a demo.</a:t>
            </a:r>
          </a:p>
        </p:txBody>
      </p:sp>
    </p:spTree>
    <p:extLst>
      <p:ext uri="{BB962C8B-B14F-4D97-AF65-F5344CB8AC3E}">
        <p14:creationId xmlns:p14="http://schemas.microsoft.com/office/powerpoint/2010/main" val="328015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A63E8-A23C-64A2-5E0A-406BE17B8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Full-Stack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C134C-4784-02D4-76BC-AE1F7319F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716505"/>
            <a:ext cx="10058400" cy="43185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Original Idea Included:</a:t>
            </a:r>
          </a:p>
          <a:p>
            <a:r>
              <a:rPr lang="en-US" sz="2800" dirty="0"/>
              <a:t>React Frontend</a:t>
            </a:r>
          </a:p>
          <a:p>
            <a:r>
              <a:rPr lang="en-US" sz="2800" dirty="0"/>
              <a:t>Node.js backend</a:t>
            </a:r>
          </a:p>
          <a:p>
            <a:r>
              <a:rPr lang="en-US" sz="2800" dirty="0"/>
              <a:t>MySQL Database</a:t>
            </a:r>
          </a:p>
          <a:p>
            <a:pPr marL="0" indent="0">
              <a:buNone/>
            </a:pPr>
            <a:r>
              <a:rPr lang="en-US" sz="2800" dirty="0"/>
              <a:t>Planned Features:</a:t>
            </a:r>
          </a:p>
          <a:p>
            <a:r>
              <a:rPr lang="en-US" sz="2800" dirty="0"/>
              <a:t>User Accounts</a:t>
            </a:r>
          </a:p>
          <a:p>
            <a:r>
              <a:rPr lang="en-US" sz="2800" dirty="0"/>
              <a:t>Leaderboards</a:t>
            </a:r>
          </a:p>
          <a:p>
            <a:r>
              <a:rPr lang="en-US" sz="2800" dirty="0"/>
              <a:t>Achievements</a:t>
            </a:r>
          </a:p>
        </p:txBody>
      </p:sp>
    </p:spTree>
    <p:extLst>
      <p:ext uri="{BB962C8B-B14F-4D97-AF65-F5344CB8AC3E}">
        <p14:creationId xmlns:p14="http://schemas.microsoft.com/office/powerpoint/2010/main" val="3580703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68CBB-3767-9A7C-9F9C-DE8B04B99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D7CA4-0316-9AEA-2F63-269F43958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Major Issues Encountered:</a:t>
            </a:r>
          </a:p>
          <a:p>
            <a:r>
              <a:rPr lang="en-US" sz="2800" dirty="0"/>
              <a:t>CORS Errors</a:t>
            </a:r>
          </a:p>
          <a:p>
            <a:r>
              <a:rPr lang="en-US" sz="2800" dirty="0"/>
              <a:t>Game State Serialization</a:t>
            </a:r>
          </a:p>
          <a:p>
            <a:r>
              <a:rPr lang="en-US" sz="2800" dirty="0"/>
              <a:t>API Instability </a:t>
            </a:r>
          </a:p>
          <a:p>
            <a:r>
              <a:rPr lang="en-US" sz="2800" dirty="0"/>
              <a:t>Database Access on CODD Servers</a:t>
            </a:r>
          </a:p>
          <a:p>
            <a:pPr marL="0" indent="0">
              <a:buNone/>
            </a:pPr>
            <a:r>
              <a:rPr lang="en-US" sz="2800" dirty="0"/>
              <a:t>These slowed progress significantly.</a:t>
            </a:r>
          </a:p>
        </p:txBody>
      </p:sp>
    </p:spTree>
    <p:extLst>
      <p:ext uri="{BB962C8B-B14F-4D97-AF65-F5344CB8AC3E}">
        <p14:creationId xmlns:p14="http://schemas.microsoft.com/office/powerpoint/2010/main" val="4023429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4C610-3E62-F219-5A98-39694355C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Engineering Pivot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9E230-12D0-82ED-BBA3-9273DDA5B9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Key Decision </a:t>
            </a:r>
          </a:p>
          <a:p>
            <a:pPr marL="0" indent="0">
              <a:buNone/>
            </a:pPr>
            <a:r>
              <a:rPr lang="en-US" sz="2800" dirty="0"/>
              <a:t>Scrap Backend and Database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Reason: A stable, polished client-side app is better than a broken full-stack app.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Result: Faster progress and better user experience.</a:t>
            </a:r>
          </a:p>
        </p:txBody>
      </p:sp>
    </p:spTree>
    <p:extLst>
      <p:ext uri="{BB962C8B-B14F-4D97-AF65-F5344CB8AC3E}">
        <p14:creationId xmlns:p14="http://schemas.microsoft.com/office/powerpoint/2010/main" val="3881320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2E435-9998-4330-362E-5DEE6A60B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Game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9B43D-9924-F117-E693-050C978FBE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dirty="0"/>
              <a:t>Theme: Santa’s Workshop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Features: </a:t>
            </a:r>
          </a:p>
          <a:p>
            <a:r>
              <a:rPr lang="en-US" sz="2800" dirty="0"/>
              <a:t>Styled Tiles</a:t>
            </a:r>
          </a:p>
          <a:p>
            <a:r>
              <a:rPr lang="en-US" sz="2800" dirty="0"/>
              <a:t>Snow Animated Overlay</a:t>
            </a:r>
          </a:p>
          <a:p>
            <a:r>
              <a:rPr lang="en-US" sz="2800" dirty="0"/>
              <a:t>Festive Palette</a:t>
            </a:r>
          </a:p>
          <a:p>
            <a:r>
              <a:rPr lang="en-US" sz="2800" dirty="0"/>
              <a:t>Level feature</a:t>
            </a:r>
          </a:p>
          <a:p>
            <a:r>
              <a:rPr lang="en-US" sz="2800" dirty="0"/>
              <a:t>Timer</a:t>
            </a:r>
          </a:p>
        </p:txBody>
      </p:sp>
    </p:spTree>
    <p:extLst>
      <p:ext uri="{BB962C8B-B14F-4D97-AF65-F5344CB8AC3E}">
        <p14:creationId xmlns:p14="http://schemas.microsoft.com/office/powerpoint/2010/main" val="638630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10090-4608-2233-B8D0-5EEC545ED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Puzzle Representation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07595-BF1F-0971-E2C7-06DCDFBD50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Board is stored as a 1D Array:</a:t>
            </a:r>
          </a:p>
          <a:p>
            <a:pPr marL="0" indent="0">
              <a:buNone/>
            </a:pPr>
            <a:r>
              <a:rPr lang="en-US" sz="3200" dirty="0"/>
              <a:t>-Numbers 1-15</a:t>
            </a:r>
          </a:p>
          <a:p>
            <a:pPr marL="0" indent="0">
              <a:buNone/>
            </a:pPr>
            <a:r>
              <a:rPr lang="en-US" sz="3200" dirty="0"/>
              <a:t>-Null represents empty slot.</a:t>
            </a:r>
          </a:p>
          <a:p>
            <a:pPr marL="0" indent="0">
              <a:buNone/>
            </a:pPr>
            <a:r>
              <a:rPr lang="en-US" sz="3200" dirty="0"/>
              <a:t>This simplifies movement logic and rendering.</a:t>
            </a:r>
          </a:p>
        </p:txBody>
      </p:sp>
    </p:spTree>
    <p:extLst>
      <p:ext uri="{BB962C8B-B14F-4D97-AF65-F5344CB8AC3E}">
        <p14:creationId xmlns:p14="http://schemas.microsoft.com/office/powerpoint/2010/main" val="1130496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49EF2-D4F8-A247-67B0-1AEA95E94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Puzzle Generation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45F8D-15C8-F437-A584-55B4C7A2D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Puzzles are generated by: </a:t>
            </a:r>
          </a:p>
          <a:p>
            <a:r>
              <a:rPr lang="en-US" sz="2800" dirty="0"/>
              <a:t>Starting from a solved board. </a:t>
            </a:r>
          </a:p>
          <a:p>
            <a:r>
              <a:rPr lang="en-US" sz="2800" dirty="0"/>
              <a:t>Performing valid random moves</a:t>
            </a:r>
          </a:p>
          <a:p>
            <a:r>
              <a:rPr lang="en-US" sz="2800" dirty="0"/>
              <a:t>Shuffle</a:t>
            </a:r>
          </a:p>
          <a:p>
            <a:pPr marL="0" indent="0">
              <a:buNone/>
            </a:pPr>
            <a:r>
              <a:rPr lang="en-US" sz="2800" dirty="0"/>
              <a:t>This guarantees solvable puzzles every time.</a:t>
            </a:r>
          </a:p>
        </p:txBody>
      </p:sp>
    </p:spTree>
    <p:extLst>
      <p:ext uri="{BB962C8B-B14F-4D97-AF65-F5344CB8AC3E}">
        <p14:creationId xmlns:p14="http://schemas.microsoft.com/office/powerpoint/2010/main" val="248566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EE651-BE7D-F973-F88A-BF55414CC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Tile Movement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538E3-4475-BE09-F14B-D6BA47AB4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A tile can only move if:</a:t>
            </a:r>
            <a:br>
              <a:rPr lang="en-US" sz="2800" dirty="0"/>
            </a:br>
            <a:r>
              <a:rPr lang="en-US" sz="2800" dirty="0"/>
              <a:t>|row1- row2| + |col1-col2| == 1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This ensure only adjacent tiles move into the empty slot.</a:t>
            </a:r>
          </a:p>
        </p:txBody>
      </p:sp>
    </p:spTree>
    <p:extLst>
      <p:ext uri="{BB962C8B-B14F-4D97-AF65-F5344CB8AC3E}">
        <p14:creationId xmlns:p14="http://schemas.microsoft.com/office/powerpoint/2010/main" val="172491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38FD7-3DA7-8609-2FC8-5AC049BCC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 Condition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BC859-1A4F-63BF-B656-600FA56896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After every more, the board is checked:</a:t>
            </a:r>
          </a:p>
          <a:p>
            <a:pPr marL="0" indent="0">
              <a:buNone/>
            </a:pPr>
            <a:r>
              <a:rPr lang="en-US" sz="2800" dirty="0"/>
              <a:t>Tiles 1-15 must be in ascending order.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On Success:</a:t>
            </a:r>
          </a:p>
          <a:p>
            <a:r>
              <a:rPr lang="en-US" sz="2800" dirty="0"/>
              <a:t>Game Locks</a:t>
            </a:r>
          </a:p>
          <a:p>
            <a:r>
              <a:rPr lang="en-US" sz="2800" dirty="0"/>
              <a:t>Confetti Plays</a:t>
            </a:r>
          </a:p>
          <a:p>
            <a:r>
              <a:rPr lang="en-US" sz="2800" dirty="0"/>
              <a:t>Win Sound Triggers</a:t>
            </a:r>
          </a:p>
        </p:txBody>
      </p:sp>
    </p:spTree>
    <p:extLst>
      <p:ext uri="{BB962C8B-B14F-4D97-AF65-F5344CB8AC3E}">
        <p14:creationId xmlns:p14="http://schemas.microsoft.com/office/powerpoint/2010/main" val="31947038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E5154-2CB2-1DA3-BEEA-C685BCC57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Difficulty Scaling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9C780-FBE5-1BD1-E864-16502546B3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Difficulty Increases by:</a:t>
            </a:r>
          </a:p>
          <a:p>
            <a:r>
              <a:rPr lang="en-US" sz="2800" dirty="0"/>
              <a:t>Increasing Shuffle Depth </a:t>
            </a:r>
          </a:p>
          <a:p>
            <a:r>
              <a:rPr lang="en-US" sz="2800" dirty="0"/>
              <a:t>Keeping Board size constant </a:t>
            </a:r>
          </a:p>
          <a:p>
            <a:pPr marL="0" indent="0">
              <a:buNone/>
            </a:pPr>
            <a:r>
              <a:rPr lang="en-US" sz="2800" dirty="0"/>
              <a:t>This adds challenge without overwhelming the player.</a:t>
            </a:r>
          </a:p>
        </p:txBody>
      </p:sp>
    </p:spTree>
    <p:extLst>
      <p:ext uri="{BB962C8B-B14F-4D97-AF65-F5344CB8AC3E}">
        <p14:creationId xmlns:p14="http://schemas.microsoft.com/office/powerpoint/2010/main" val="30728276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1E490-2EEC-AE6A-85F8-0DFC111F3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Sound and Visual Effects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4F875-B5B3-75F9-5ED8-A7C783C97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636295"/>
            <a:ext cx="10058400" cy="439874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Sounds are generated using the Web Audio API:</a:t>
            </a:r>
          </a:p>
          <a:p>
            <a:r>
              <a:rPr lang="en-US" sz="2400" dirty="0"/>
              <a:t>Tile Move</a:t>
            </a:r>
          </a:p>
          <a:p>
            <a:r>
              <a:rPr lang="en-US" sz="2400" dirty="0"/>
              <a:t>Invalid Move</a:t>
            </a:r>
          </a:p>
          <a:p>
            <a:r>
              <a:rPr lang="en-US" sz="2400" dirty="0"/>
              <a:t>Win Jingle</a:t>
            </a:r>
          </a:p>
          <a:p>
            <a:pPr marL="0" indent="0">
              <a:buNone/>
            </a:pPr>
            <a:r>
              <a:rPr lang="en-US" sz="2400" dirty="0"/>
              <a:t>Snow Animation:</a:t>
            </a:r>
          </a:p>
          <a:p>
            <a:r>
              <a:rPr lang="en-US" sz="2400" dirty="0"/>
              <a:t>CSS Keyframes</a:t>
            </a:r>
          </a:p>
          <a:p>
            <a:pPr marL="0" indent="0">
              <a:buNone/>
            </a:pPr>
            <a:r>
              <a:rPr lang="en-US" sz="2400" dirty="0"/>
              <a:t>Randomized speed and drift </a:t>
            </a:r>
          </a:p>
          <a:p>
            <a:pPr marL="0" indent="0">
              <a:buNone/>
            </a:pPr>
            <a:r>
              <a:rPr lang="en-US" sz="2400" dirty="0"/>
              <a:t>Confetti:</a:t>
            </a:r>
          </a:p>
          <a:p>
            <a:r>
              <a:rPr lang="en-US" sz="2400" dirty="0"/>
              <a:t>Dynamically created DOM elements </a:t>
            </a:r>
          </a:p>
        </p:txBody>
      </p:sp>
    </p:spTree>
    <p:extLst>
      <p:ext uri="{BB962C8B-B14F-4D97-AF65-F5344CB8AC3E}">
        <p14:creationId xmlns:p14="http://schemas.microsoft.com/office/powerpoint/2010/main" val="41644966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6B08D-0AF8-B49D-840C-8A0B5D064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Development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9878B-0051-0E25-CF9D-CA80B2A15F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620253"/>
            <a:ext cx="10058400" cy="44147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Workflow:</a:t>
            </a:r>
          </a:p>
          <a:p>
            <a:r>
              <a:rPr lang="en-US" sz="2400" dirty="0"/>
              <a:t>Core Logic</a:t>
            </a:r>
          </a:p>
          <a:p>
            <a:r>
              <a:rPr lang="en-US" sz="2400" dirty="0"/>
              <a:t>UI Layout</a:t>
            </a:r>
          </a:p>
          <a:p>
            <a:r>
              <a:rPr lang="en-US" sz="2400" dirty="0"/>
              <a:t>Animations</a:t>
            </a:r>
          </a:p>
          <a:p>
            <a:r>
              <a:rPr lang="en-US" sz="2400" dirty="0"/>
              <a:t>Sound</a:t>
            </a:r>
          </a:p>
          <a:p>
            <a:r>
              <a:rPr lang="en-US" sz="2400" dirty="0"/>
              <a:t>Testing</a:t>
            </a:r>
          </a:p>
          <a:p>
            <a:r>
              <a:rPr lang="en-US" sz="2400" dirty="0"/>
              <a:t>Final Polish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Used an incremental, Kanban style approach.</a:t>
            </a:r>
          </a:p>
        </p:txBody>
      </p:sp>
    </p:spTree>
    <p:extLst>
      <p:ext uri="{BB962C8B-B14F-4D97-AF65-F5344CB8AC3E}">
        <p14:creationId xmlns:p14="http://schemas.microsoft.com/office/powerpoint/2010/main" val="26088863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30F12-4637-8E42-DDCE-0BE8EED10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E098D-EF33-AA31-7D13-6D08F54AB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Achievements: </a:t>
            </a:r>
          </a:p>
          <a:p>
            <a:r>
              <a:rPr lang="en-US" sz="2800" dirty="0"/>
              <a:t>Fully Playable Festive Puzzle</a:t>
            </a:r>
          </a:p>
          <a:p>
            <a:r>
              <a:rPr lang="en-US" sz="2800" dirty="0"/>
              <a:t>Clean React Architecture</a:t>
            </a:r>
          </a:p>
          <a:p>
            <a:r>
              <a:rPr lang="en-US" sz="2800" dirty="0"/>
              <a:t>Difficulty and Control Settings</a:t>
            </a:r>
          </a:p>
          <a:p>
            <a:r>
              <a:rPr lang="en-US" sz="2800" dirty="0"/>
              <a:t>Smooth animations </a:t>
            </a:r>
          </a:p>
        </p:txBody>
      </p:sp>
    </p:spTree>
    <p:extLst>
      <p:ext uri="{BB962C8B-B14F-4D97-AF65-F5344CB8AC3E}">
        <p14:creationId xmlns:p14="http://schemas.microsoft.com/office/powerpoint/2010/main" val="36520465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9E137-FC6E-513E-D7E5-28CB79AFA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9992A-9D08-70D0-3E38-35BC72372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GitHub Repo: </a:t>
            </a:r>
            <a:r>
              <a:rPr lang="en-US" dirty="0">
                <a:hlinkClick r:id="rId2"/>
              </a:rPr>
              <a:t>https://github.com/Shannon-Will/Group-Project-3-Santa-s-Workshop-Puzzle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*Run Locally:</a:t>
            </a:r>
          </a:p>
          <a:p>
            <a:pPr marL="0" indent="0">
              <a:buNone/>
            </a:pPr>
            <a:r>
              <a:rPr lang="en-US" dirty="0" err="1"/>
              <a:t>npm</a:t>
            </a:r>
            <a:r>
              <a:rPr lang="en-US" dirty="0"/>
              <a:t> install</a:t>
            </a:r>
          </a:p>
          <a:p>
            <a:pPr marL="0" indent="0">
              <a:buNone/>
            </a:pPr>
            <a:r>
              <a:rPr lang="en-US" dirty="0" err="1"/>
              <a:t>npm</a:t>
            </a:r>
            <a:r>
              <a:rPr lang="en-US" dirty="0"/>
              <a:t> start</a:t>
            </a:r>
          </a:p>
        </p:txBody>
      </p:sp>
    </p:spTree>
    <p:extLst>
      <p:ext uri="{BB962C8B-B14F-4D97-AF65-F5344CB8AC3E}">
        <p14:creationId xmlns:p14="http://schemas.microsoft.com/office/powerpoint/2010/main" val="30704744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Custom 2">
      <a:dk1>
        <a:sysClr val="windowText" lastClr="000000"/>
      </a:dk1>
      <a:lt1>
        <a:sysClr val="window" lastClr="FFFFFF"/>
      </a:lt1>
      <a:dk2>
        <a:srgbClr val="736059"/>
      </a:dk2>
      <a:lt2>
        <a:srgbClr val="FF4040"/>
      </a:lt2>
      <a:accent1>
        <a:srgbClr val="92B0C8"/>
      </a:accent1>
      <a:accent2>
        <a:srgbClr val="E37C3D"/>
      </a:accent2>
      <a:accent3>
        <a:srgbClr val="A5AB81"/>
      </a:accent3>
      <a:accent4>
        <a:srgbClr val="E9B635"/>
      </a:accent4>
      <a:accent5>
        <a:srgbClr val="7BA79D"/>
      </a:accent5>
      <a:accent6>
        <a:srgbClr val="968C8C"/>
      </a:accent6>
      <a:hlink>
        <a:srgbClr val="F7A115"/>
      </a:hlink>
      <a:folHlink>
        <a:srgbClr val="969696"/>
      </a:folHlink>
    </a:clrScheme>
    <a:fontScheme name="Savon">
      <a:maj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3F20CFC1-E34F-405B-AA49-5BE0E194F1B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25</TotalTime>
  <Words>401</Words>
  <Application>Microsoft Office PowerPoint</Application>
  <PresentationFormat>Widescreen</PresentationFormat>
  <Paragraphs>106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Garamond</vt:lpstr>
      <vt:lpstr>Savon</vt:lpstr>
      <vt:lpstr>Santa’s Workshop Puzzle</vt:lpstr>
      <vt:lpstr>Project Overview</vt:lpstr>
      <vt:lpstr>Motivation</vt:lpstr>
      <vt:lpstr>Initial Full-Stack Plan</vt:lpstr>
      <vt:lpstr>Technical Challenges</vt:lpstr>
      <vt:lpstr>Engineering Pivot</vt:lpstr>
      <vt:lpstr>Final Game Concept</vt:lpstr>
      <vt:lpstr>Puzzle Representation </vt:lpstr>
      <vt:lpstr>Puzzle Generation Logic</vt:lpstr>
      <vt:lpstr>Tile Movement Logic</vt:lpstr>
      <vt:lpstr>Win Condition</vt:lpstr>
      <vt:lpstr>Difficulty Scaling</vt:lpstr>
      <vt:lpstr>Sound and Visual Effects</vt:lpstr>
      <vt:lpstr>Development Process</vt:lpstr>
      <vt:lpstr>Conclusion</vt:lpstr>
      <vt:lpstr>Links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 .</dc:creator>
  <cp:lastModifiedBy>TA .</cp:lastModifiedBy>
  <cp:revision>1</cp:revision>
  <dcterms:created xsi:type="dcterms:W3CDTF">2025-12-15T00:22:07Z</dcterms:created>
  <dcterms:modified xsi:type="dcterms:W3CDTF">2025-12-15T00:47:17Z</dcterms:modified>
</cp:coreProperties>
</file>